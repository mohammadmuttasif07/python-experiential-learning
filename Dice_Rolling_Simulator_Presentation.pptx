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232B5E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1051560"/>
            <a:ext cx="1554480" cy="155448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66733" y="1385773"/>
            <a:ext cx="170993" cy="1709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066733" y="2100834"/>
            <a:ext cx="170993" cy="1709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424264" y="1743304"/>
            <a:ext cx="170993" cy="1709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781794" y="1385773"/>
            <a:ext cx="170993" cy="1709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781794" y="2100834"/>
            <a:ext cx="170993" cy="1709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95560" y="2331720"/>
            <a:ext cx="1234440" cy="1234440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460965" y="2597125"/>
            <a:ext cx="135788" cy="1357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44886" y="2881046"/>
            <a:ext cx="135788" cy="1357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28807" y="3164967"/>
            <a:ext cx="135788" cy="1357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3246120"/>
            <a:ext cx="1005840" cy="10058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83016" y="3442259"/>
            <a:ext cx="110642" cy="11064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83016" y="3693719"/>
            <a:ext cx="110642" cy="11064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Shape 15"/>
          <p:cNvSpPr/>
          <p:nvPr/>
        </p:nvSpPr>
        <p:spPr>
          <a:xfrm>
            <a:off x="8583016" y="3945179"/>
            <a:ext cx="110642" cy="11064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Shape 16"/>
          <p:cNvSpPr/>
          <p:nvPr/>
        </p:nvSpPr>
        <p:spPr>
          <a:xfrm>
            <a:off x="9045702" y="3442259"/>
            <a:ext cx="110642" cy="11064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Shape 17"/>
          <p:cNvSpPr/>
          <p:nvPr/>
        </p:nvSpPr>
        <p:spPr>
          <a:xfrm>
            <a:off x="9045702" y="3693719"/>
            <a:ext cx="110642" cy="11064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Shape 18"/>
          <p:cNvSpPr/>
          <p:nvPr/>
        </p:nvSpPr>
        <p:spPr>
          <a:xfrm>
            <a:off x="9045702" y="3945179"/>
            <a:ext cx="110642" cy="11064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Shape 19"/>
          <p:cNvSpPr/>
          <p:nvPr/>
        </p:nvSpPr>
        <p:spPr>
          <a:xfrm>
            <a:off x="9829800" y="4160520"/>
            <a:ext cx="1417320" cy="141732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134524" y="4465244"/>
            <a:ext cx="155905" cy="15590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86491" y="5117211"/>
            <a:ext cx="155905" cy="15590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1600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MINI PROJECT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196596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 Rolling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Simulator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640080" y="425196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Python application that simulates rolling one or more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six-sided dice — built with randomization, functions, loops,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exception handling.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796808" y="1802648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5087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Dice Rolling Simulator is a simple Python application that imitates rolling a real die.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Shape 5"/>
          <p:cNvSpPr/>
          <p:nvPr/>
        </p:nvSpPr>
        <p:spPr>
          <a:xfrm>
            <a:off x="737372" y="2794772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56244" y="2913644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560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roll produces a random number from 1 to 6, just like a physical die.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Shape 9"/>
          <p:cNvSpPr/>
          <p:nvPr/>
        </p:nvSpPr>
        <p:spPr>
          <a:xfrm>
            <a:off x="737372" y="3846332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6808" y="3905768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56244" y="3965204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6118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roll the dice multiple times and view previous results.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47548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Shape 14"/>
          <p:cNvSpPr/>
          <p:nvPr/>
        </p:nvSpPr>
        <p:spPr>
          <a:xfrm>
            <a:off x="737372" y="4897892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37372" y="5016764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56244" y="4897892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56244" y="5016764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6634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a clear, practical introduction to core Python programming concepts.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863840" y="146304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F2F3F9"/>
          </a:solidFill>
          <a:ln/>
          <a:effectLst>
            <a:outerShdw sx="100000" sy="100000" kx="0" ky="0" algn="bl" rotWithShape="0" blurRad="101600" dist="38100" dir="5400000">
              <a:srgbClr val="1A1A2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0" y="210312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2F3C7E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81694" y="237058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981694" y="271348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981694" y="305638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612630" y="237058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612630" y="271348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612630" y="305638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784080" y="324612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010165" y="3472205"/>
            <a:ext cx="115672" cy="1156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10165" y="3955923"/>
            <a:ext cx="115672" cy="1156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93883" y="3472205"/>
            <a:ext cx="115672" cy="1156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93883" y="3955923"/>
            <a:ext cx="115672" cy="1156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366760" y="39776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63356" y="4174236"/>
            <a:ext cx="100584" cy="10058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6" name="Shape 34"/>
          <p:cNvSpPr/>
          <p:nvPr/>
        </p:nvSpPr>
        <p:spPr>
          <a:xfrm>
            <a:off x="8983980" y="4594860"/>
            <a:ext cx="100584" cy="10058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7" name="Text 35"/>
          <p:cNvSpPr/>
          <p:nvPr/>
        </p:nvSpPr>
        <p:spPr>
          <a:xfrm>
            <a:off x="809244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1–6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8092440" y="5577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outcome, every roll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2344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83080" y="12344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interactive, Python-based Dice Rolling Simulator.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771333" y="2691573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241401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random values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52728" y="2688336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fair, random values between 1 and 6.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46888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1" name="Shape 9"/>
          <p:cNvSpPr/>
          <p:nvPr/>
        </p:nvSpPr>
        <p:spPr>
          <a:xfrm>
            <a:off x="6420953" y="2626193"/>
            <a:ext cx="57534" cy="5753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1713" y="2756953"/>
            <a:ext cx="57534" cy="5753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6967728" y="241401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dice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67728" y="2688336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roll one or more dice per turn.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705953" y="3796625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1333" y="3862005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36713" y="3927385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52728" y="358444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results clearly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52728" y="385876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outcomes in a clean, readable format.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639312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2" name="Shape 20"/>
          <p:cNvSpPr/>
          <p:nvPr/>
        </p:nvSpPr>
        <p:spPr>
          <a:xfrm>
            <a:off x="6420953" y="3796625"/>
            <a:ext cx="57534" cy="5753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Shape 21"/>
          <p:cNvSpPr/>
          <p:nvPr/>
        </p:nvSpPr>
        <p:spPr>
          <a:xfrm>
            <a:off x="6420953" y="3927385"/>
            <a:ext cx="57534" cy="5753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1713" y="3796625"/>
            <a:ext cx="57534" cy="5753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1713" y="3927385"/>
            <a:ext cx="57534" cy="5753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6967728" y="358444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roll history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67728" y="385876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track of previous rolls when required.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80974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9" name="Shape 27"/>
          <p:cNvSpPr/>
          <p:nvPr/>
        </p:nvSpPr>
        <p:spPr>
          <a:xfrm>
            <a:off x="705953" y="4967057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05953" y="5097817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71333" y="5032437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36713" y="4967057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713" y="5097817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252728" y="475488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invalid input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52728" y="502920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manage bad input without crashing.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71016" y="21945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43" y="2477987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971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329184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89504" y="192024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2F3F9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21945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Shape 8"/>
          <p:cNvSpPr/>
          <p:nvPr/>
        </p:nvSpPr>
        <p:spPr>
          <a:xfrm>
            <a:off x="3812097" y="2394777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978518" y="2561198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026664" y="2971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54096" y="329184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module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30368" y="192024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2F3F9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52744" y="21945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52961" y="2394777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36171" y="2477987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319382" y="2561198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67528" y="2971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94960" y="329184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loops, functions, conditionals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71232" y="192024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2F3F9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93608" y="21945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Shape 21"/>
          <p:cNvSpPr/>
          <p:nvPr/>
        </p:nvSpPr>
        <p:spPr>
          <a:xfrm>
            <a:off x="8493825" y="2394777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493825" y="2561198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660246" y="2394777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660246" y="2561198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08392" y="2971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35824" y="329184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try–except for safe input handling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912096" y="192024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2F3F9"/>
          </a:solidFill>
          <a:ln/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634472" y="21945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34689" y="2394777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834689" y="2561198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17899" y="2477987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001110" y="2394777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1001110" y="2561198"/>
            <a:ext cx="73225" cy="732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049256" y="297180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076688" y="3291840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interactive application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of the Simulator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232B5E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89280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972501" y="211550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6974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program.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4992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232B5E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89280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3723473" y="205012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854233" y="218088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513832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5603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 for the number of dice.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232B5E"/>
          </a:solidFill>
          <a:ln/>
        </p:spPr>
      </p:sp>
      <p:sp>
        <p:nvSpPr>
          <p:cNvPr id="15" name="Shape 13"/>
          <p:cNvSpPr/>
          <p:nvPr/>
        </p:nvSpPr>
        <p:spPr>
          <a:xfrm>
            <a:off x="6382512" y="189280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9825" y="205012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605205" y="211550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0585" y="218088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330184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2512" y="25603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input.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97696" y="1691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232B5E"/>
          </a:solidFill>
          <a:ln/>
        </p:spPr>
      </p:sp>
      <p:sp>
        <p:nvSpPr>
          <p:cNvPr id="22" name="Shape 20"/>
          <p:cNvSpPr/>
          <p:nvPr/>
        </p:nvSpPr>
        <p:spPr>
          <a:xfrm>
            <a:off x="9198864" y="189280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Shape 21"/>
          <p:cNvSpPr/>
          <p:nvPr/>
        </p:nvSpPr>
        <p:spPr>
          <a:xfrm>
            <a:off x="9356177" y="205012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356177" y="218088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9486937" y="205012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486937" y="218088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146536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98864" y="25603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random number (1–6) for each die.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232B5E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Shape 29"/>
          <p:cNvSpPr/>
          <p:nvPr/>
        </p:nvSpPr>
        <p:spPr>
          <a:xfrm>
            <a:off x="907121" y="433612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07121" y="446688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72501" y="440150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7881" y="433612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7881" y="446688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6974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9808" y="48463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result.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364992" y="3977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232B5E"/>
          </a:solidFill>
          <a:ln/>
        </p:spPr>
      </p:sp>
      <p:sp>
        <p:nvSpPr>
          <p:cNvPr id="39" name="Shape 37"/>
          <p:cNvSpPr/>
          <p:nvPr/>
        </p:nvSpPr>
        <p:spPr>
          <a:xfrm>
            <a:off x="3566160" y="417880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0" name="Shape 38"/>
          <p:cNvSpPr/>
          <p:nvPr/>
        </p:nvSpPr>
        <p:spPr>
          <a:xfrm>
            <a:off x="3723473" y="4328276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723473" y="440150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3723473" y="4474726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3854233" y="4328276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3854233" y="440150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3854233" y="4474726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513832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566160" y="48463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result in history, if enabled.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181344" y="397764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232B5E"/>
          </a:solidFill>
          <a:ln/>
        </p:spPr>
      </p:sp>
      <p:sp>
        <p:nvSpPr>
          <p:cNvPr id="49" name="Shape 47"/>
          <p:cNvSpPr/>
          <p:nvPr/>
        </p:nvSpPr>
        <p:spPr>
          <a:xfrm>
            <a:off x="6382512" y="417880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0" name="Shape 48"/>
          <p:cNvSpPr/>
          <p:nvPr/>
        </p:nvSpPr>
        <p:spPr>
          <a:xfrm>
            <a:off x="6605205" y="4401501"/>
            <a:ext cx="57534" cy="575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8330184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82512" y="48463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whether the user wants to roll again.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Concepts Demonstrated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916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837298" y="1934578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44168" y="1636776"/>
            <a:ext cx="10131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random.randint(1, 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44168" y="1911096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random dice value each call.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532888"/>
            <a:ext cx="1088136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60604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Shape 7"/>
          <p:cNvSpPr/>
          <p:nvPr/>
        </p:nvSpPr>
        <p:spPr>
          <a:xfrm>
            <a:off x="765975" y="2777655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08621" y="2920301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344168" y="2551176"/>
            <a:ext cx="10131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44168" y="2825496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rolling process for multiple dice.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447288"/>
            <a:ext cx="1088136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5204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765975" y="3692055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298" y="3763378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08621" y="3834701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44168" y="3465576"/>
            <a:ext cx="10131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44168" y="3739896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program into small, reusable parts.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361688"/>
            <a:ext cx="1088136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43484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Shape 20"/>
          <p:cNvSpPr/>
          <p:nvPr/>
        </p:nvSpPr>
        <p:spPr>
          <a:xfrm>
            <a:off x="765975" y="4606455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65975" y="4749101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08621" y="4606455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908621" y="4749101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344168" y="4379976"/>
            <a:ext cx="10131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44168" y="4654296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previous roll results for history tracking.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276088"/>
            <a:ext cx="1088136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34924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Shape 28"/>
          <p:cNvSpPr/>
          <p:nvPr/>
        </p:nvSpPr>
        <p:spPr>
          <a:xfrm>
            <a:off x="765975" y="5520855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65975" y="5663501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37298" y="5592178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08621" y="5520855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08621" y="5663501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344168" y="5294376"/>
            <a:ext cx="10131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try–except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44168" y="5568696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invalid inputs without crashing the program.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Code Logic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315200" cy="2468880"/>
          </a:xfrm>
          <a:prstGeom prst="roundRect">
            <a:avLst>
              <a:gd name="adj" fmla="val 2963"/>
            </a:avLst>
          </a:prstGeom>
          <a:solidFill>
            <a:srgbClr val="1B2140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60020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600200"/>
            <a:ext cx="146304" cy="146304"/>
          </a:xfrm>
          <a:prstGeom prst="ellipse">
            <a:avLst/>
          </a:prstGeom>
          <a:solidFill>
            <a:srgbClr val="97D8A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6766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BA3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roll_dice(n):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[random.randint(1, 6) for _ in range(n)]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38160" y="141732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845820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29815" y="1908975"/>
            <a:ext cx="62764" cy="627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Shape 9"/>
          <p:cNvSpPr/>
          <p:nvPr/>
        </p:nvSpPr>
        <p:spPr>
          <a:xfrm>
            <a:off x="8629815" y="2051621"/>
            <a:ext cx="62764" cy="627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2461" y="1908975"/>
            <a:ext cx="62764" cy="627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2461" y="2051621"/>
            <a:ext cx="62764" cy="627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roll_dice(n) function returns a list containing one random value, from 1 to 6, for each of the n dice rolled — using a compact list comprehension.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0067" y="4327627"/>
            <a:ext cx="85496" cy="854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8832" y="4506392"/>
            <a:ext cx="85496" cy="854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Shape 17"/>
          <p:cNvSpPr/>
          <p:nvPr/>
        </p:nvSpPr>
        <p:spPr>
          <a:xfrm>
            <a:off x="1347597" y="4685157"/>
            <a:ext cx="85496" cy="8549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1783080" y="42976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random.randint(1, 6) called once per die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Output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40880" cy="4206240"/>
          </a:xfrm>
          <a:prstGeom prst="roundRect">
            <a:avLst>
              <a:gd name="adj" fmla="val 1739"/>
            </a:avLst>
          </a:prstGeom>
          <a:solidFill>
            <a:srgbClr val="12162B"/>
          </a:solidFill>
          <a:ln/>
          <a:effectLst>
            <a:outerShdw sx="100000" sy="100000" kx="0" ky="0" algn="bl" rotWithShape="0" blurRad="101600" dist="38100" dir="5400000">
              <a:srgbClr val="1A1A2E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64592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645920"/>
            <a:ext cx="146304" cy="146304"/>
          </a:xfrm>
          <a:prstGeom prst="ellipse">
            <a:avLst/>
          </a:prstGeom>
          <a:solidFill>
            <a:srgbClr val="97D8A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7D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of dice: 3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7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result: [4, 1, 6]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7D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again? yes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7D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of dice: 2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7D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result: [3, 5]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History: [4, 1, 6], [3, 5]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909560" y="146304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F2F3F9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1920240"/>
            <a:ext cx="960120" cy="960120"/>
          </a:xfrm>
          <a:prstGeom prst="roundRect">
            <a:avLst>
              <a:gd name="adj" fmla="val 18000"/>
            </a:avLst>
          </a:prstGeom>
          <a:solidFill>
            <a:srgbClr val="2F3C7E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36026" y="2126666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436026" y="2568321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877681" y="2126666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877681" y="2568321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0" y="1920240"/>
            <a:ext cx="960120" cy="96012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54133" y="2347493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1920240"/>
            <a:ext cx="960120" cy="960120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630586" y="2107463"/>
            <a:ext cx="105613" cy="105613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30586" y="2347493"/>
            <a:ext cx="105613" cy="105613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30586" y="2587523"/>
            <a:ext cx="105613" cy="105613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72241" y="2107463"/>
            <a:ext cx="105613" cy="105613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72241" y="2347493"/>
            <a:ext cx="105613" cy="105613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72241" y="2587523"/>
            <a:ext cx="105613" cy="105613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1: [4, 1, 6]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778240" y="3611880"/>
            <a:ext cx="960120" cy="96012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84666" y="3818306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205493" y="4039133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426321" y="4259961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875520" y="3611880"/>
            <a:ext cx="960120" cy="960120"/>
          </a:xfrm>
          <a:prstGeom prst="roundRect">
            <a:avLst>
              <a:gd name="adj" fmla="val 18000"/>
            </a:avLst>
          </a:prstGeom>
          <a:solidFill>
            <a:srgbClr val="2F3C7E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81946" y="3818306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81946" y="4259961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02773" y="4039133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23601" y="3818306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23601" y="4259961"/>
            <a:ext cx="105613" cy="1056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09244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2: [3, 5]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092440" y="5166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consecutive rolls, saved to history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2F3F9"/>
          </a:solidFill>
          <a:ln/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1047610" y="2099170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5146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easy to use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Straightforward console interface anyone can follow.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2F3F9"/>
          </a:solidFill>
          <a:ln/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1144" y="1856232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2759" y="2027847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895405" y="2170493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25146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outcomes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1144" y="2880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genuinely random, fair dice results.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2F3F9"/>
          </a:solidFill>
          <a:ln/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85623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29231" y="2027847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600554" y="2099170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71877" y="2170493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357616" y="25146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dice support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57616" y="2880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one or many dice, repeatedly, in one session.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36876" y="3840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2F3F9"/>
          </a:solidFill>
          <a:ln/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92908" y="4096512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Shape 21"/>
          <p:cNvSpPr/>
          <p:nvPr/>
        </p:nvSpPr>
        <p:spPr>
          <a:xfrm>
            <a:off x="2864523" y="4268127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864523" y="4410773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007169" y="4268127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007169" y="4410773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692908" y="47548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history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692908" y="512064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track of previous rolls for easy review.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3348" y="3840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2F3F9"/>
          </a:solidFill>
          <a:ln/>
          <a:effectLst>
            <a:outerShdw sx="100000" sy="100000" kx="0" ky="0" algn="bl" rotWithShape="0" blurRad="76200" dist="25400" dir="5400000">
              <a:srgbClr val="1A1A2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69380" y="409651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Shape 29"/>
          <p:cNvSpPr/>
          <p:nvPr/>
        </p:nvSpPr>
        <p:spPr>
          <a:xfrm>
            <a:off x="6640995" y="4268127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640995" y="4410773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712318" y="4339450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783641" y="4268127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783641" y="4410773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69380" y="47548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beginners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469380" y="512064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practical entry point into Python.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232B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84248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1065898" y="2227186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856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interface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GUI using Tkinter for easier interaction.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232B5E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1984248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0" name="Shape 8"/>
          <p:cNvSpPr/>
          <p:nvPr/>
        </p:nvSpPr>
        <p:spPr>
          <a:xfrm>
            <a:off x="6892455" y="2155863"/>
            <a:ext cx="62764" cy="627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Shape 9"/>
          <p:cNvSpPr/>
          <p:nvPr/>
        </p:nvSpPr>
        <p:spPr>
          <a:xfrm>
            <a:off x="7035101" y="2298509"/>
            <a:ext cx="62764" cy="627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1856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dice faces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dice using images or symbols instead of numbers.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232B5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401568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994575" y="3573183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5898" y="3644506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7221" y="3715829"/>
            <a:ext cx="62764" cy="627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&amp; animation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3611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sound effects and rolling animations.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1089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232B5E"/>
          </a:solidFill>
          <a:ln/>
        </p:spPr>
      </p:sp>
      <p:sp>
        <p:nvSpPr>
          <p:cNvPr id="22" name="Shape 20"/>
          <p:cNvSpPr/>
          <p:nvPr/>
        </p:nvSpPr>
        <p:spPr>
          <a:xfrm>
            <a:off x="6720840" y="3401568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3" name="Shape 21"/>
          <p:cNvSpPr/>
          <p:nvPr/>
        </p:nvSpPr>
        <p:spPr>
          <a:xfrm>
            <a:off x="6892455" y="3573183"/>
            <a:ext cx="62764" cy="627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Shape 22"/>
          <p:cNvSpPr/>
          <p:nvPr/>
        </p:nvSpPr>
        <p:spPr>
          <a:xfrm>
            <a:off x="6892455" y="3715829"/>
            <a:ext cx="62764" cy="627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5" name="Shape 23"/>
          <p:cNvSpPr/>
          <p:nvPr/>
        </p:nvSpPr>
        <p:spPr>
          <a:xfrm>
            <a:off x="7035101" y="3573183"/>
            <a:ext cx="62764" cy="627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Shape 24"/>
          <p:cNvSpPr/>
          <p:nvPr/>
        </p:nvSpPr>
        <p:spPr>
          <a:xfrm>
            <a:off x="7035101" y="3715829"/>
            <a:ext cx="62764" cy="627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statistics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06640" y="3611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display the frequency of each number rolled.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11247120" cy="1143000"/>
          </a:xfrm>
          <a:prstGeom prst="roundRect">
            <a:avLst>
              <a:gd name="adj" fmla="val 7200"/>
            </a:avLst>
          </a:prstGeom>
          <a:solidFill>
            <a:srgbClr val="232B5E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4818888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1" name="Shape 29"/>
          <p:cNvSpPr/>
          <p:nvPr/>
        </p:nvSpPr>
        <p:spPr>
          <a:xfrm>
            <a:off x="994575" y="4990503"/>
            <a:ext cx="62764" cy="627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2" name="Shape 30"/>
          <p:cNvSpPr/>
          <p:nvPr/>
        </p:nvSpPr>
        <p:spPr>
          <a:xfrm>
            <a:off x="994575" y="5133149"/>
            <a:ext cx="62764" cy="627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5898" y="5061826"/>
            <a:ext cx="62764" cy="627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4" name="Shape 32"/>
          <p:cNvSpPr/>
          <p:nvPr/>
        </p:nvSpPr>
        <p:spPr>
          <a:xfrm>
            <a:off x="1137221" y="4990503"/>
            <a:ext cx="62764" cy="627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5" name="Shape 33"/>
          <p:cNvSpPr/>
          <p:nvPr/>
        </p:nvSpPr>
        <p:spPr>
          <a:xfrm>
            <a:off x="1137221" y="5133149"/>
            <a:ext cx="62764" cy="6276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6" name="Text 34"/>
          <p:cNvSpPr/>
          <p:nvPr/>
        </p:nvSpPr>
        <p:spPr>
          <a:xfrm>
            <a:off x="1508760" y="46908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dice types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08760" y="5029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D4, D8, D10 and D20 alongside the standard die.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2B5E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109728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00734" y="136474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00734" y="170764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300734" y="205054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1670" y="136474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931670" y="170764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931670" y="2050542"/>
            <a:ext cx="150876" cy="1508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331720" y="214884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57805" y="2374925"/>
            <a:ext cx="115672" cy="11567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Shape 10"/>
          <p:cNvSpPr/>
          <p:nvPr/>
        </p:nvSpPr>
        <p:spPr>
          <a:xfrm>
            <a:off x="2557805" y="2858643"/>
            <a:ext cx="115672" cy="11567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1523" y="2374925"/>
            <a:ext cx="115672" cy="11567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Shape 12"/>
          <p:cNvSpPr/>
          <p:nvPr/>
        </p:nvSpPr>
        <p:spPr>
          <a:xfrm>
            <a:off x="3041523" y="2858643"/>
            <a:ext cx="115672" cy="11567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0632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10996" y="3259836"/>
            <a:ext cx="100584" cy="10058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Shape 15"/>
          <p:cNvSpPr/>
          <p:nvPr/>
        </p:nvSpPr>
        <p:spPr>
          <a:xfrm>
            <a:off x="1531620" y="3680460"/>
            <a:ext cx="100584" cy="10058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4160520"/>
            <a:ext cx="1234440" cy="123444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77085" y="4425925"/>
            <a:ext cx="135788" cy="1357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277085" y="4993767"/>
            <a:ext cx="135788" cy="1357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1006" y="4709846"/>
            <a:ext cx="135788" cy="1357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844927" y="4425925"/>
            <a:ext cx="135788" cy="1357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844927" y="4993767"/>
            <a:ext cx="135788" cy="1357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685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Shape 24"/>
          <p:cNvSpPr/>
          <p:nvPr/>
        </p:nvSpPr>
        <p:spPr>
          <a:xfrm>
            <a:off x="4774448" y="1894088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16184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D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Dice Rolling Simulator is a small but practical Python project.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9" name="Shape 27"/>
          <p:cNvSpPr/>
          <p:nvPr/>
        </p:nvSpPr>
        <p:spPr>
          <a:xfrm>
            <a:off x="4715012" y="2886212"/>
            <a:ext cx="52304" cy="52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0" name="Shape 28"/>
          <p:cNvSpPr/>
          <p:nvPr/>
        </p:nvSpPr>
        <p:spPr>
          <a:xfrm>
            <a:off x="4833884" y="3005084"/>
            <a:ext cx="52304" cy="52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267004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D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demonstrates random number generation, loops, functions, lists and exception handling.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4572000" y="37947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Shape 31"/>
          <p:cNvSpPr/>
          <p:nvPr/>
        </p:nvSpPr>
        <p:spPr>
          <a:xfrm>
            <a:off x="4715012" y="3937772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774448" y="3997208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833884" y="4056644"/>
            <a:ext cx="52304" cy="52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3721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D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can be extended into a more attractive game or GUI application.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4572000" y="4846320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8" name="Shape 36"/>
          <p:cNvSpPr/>
          <p:nvPr/>
        </p:nvSpPr>
        <p:spPr>
          <a:xfrm>
            <a:off x="4715012" y="4989332"/>
            <a:ext cx="52304" cy="52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9" name="Shape 37"/>
          <p:cNvSpPr/>
          <p:nvPr/>
        </p:nvSpPr>
        <p:spPr>
          <a:xfrm>
            <a:off x="4715012" y="5108204"/>
            <a:ext cx="52304" cy="52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0" name="Shape 38"/>
          <p:cNvSpPr/>
          <p:nvPr/>
        </p:nvSpPr>
        <p:spPr>
          <a:xfrm>
            <a:off x="4833884" y="4989332"/>
            <a:ext cx="52304" cy="52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1" name="Shape 39"/>
          <p:cNvSpPr/>
          <p:nvPr/>
        </p:nvSpPr>
        <p:spPr>
          <a:xfrm>
            <a:off x="4833884" y="5108204"/>
            <a:ext cx="52304" cy="5230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0" y="477316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D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a clear, hands-on introduction to interactive Python programming.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5074920" y="100584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301005" y="1231925"/>
            <a:ext cx="115672" cy="1156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542864" y="1473784"/>
            <a:ext cx="115672" cy="1156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784723" y="1715643"/>
            <a:ext cx="115672" cy="1156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0" y="1234440"/>
            <a:ext cx="868680" cy="868680"/>
          </a:xfrm>
          <a:prstGeom prst="roundRect">
            <a:avLst>
              <a:gd name="adj" fmla="val 18000"/>
            </a:avLst>
          </a:prstGeom>
          <a:solidFill>
            <a:srgbClr val="F9E795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6126" y="1421206"/>
            <a:ext cx="95555" cy="95555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Shape 7"/>
          <p:cNvSpPr/>
          <p:nvPr/>
        </p:nvSpPr>
        <p:spPr>
          <a:xfrm>
            <a:off x="6496126" y="1820799"/>
            <a:ext cx="95555" cy="95555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Shape 8"/>
          <p:cNvSpPr/>
          <p:nvPr/>
        </p:nvSpPr>
        <p:spPr>
          <a:xfrm>
            <a:off x="6695923" y="1621003"/>
            <a:ext cx="95555" cy="95555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Shape 9"/>
          <p:cNvSpPr/>
          <p:nvPr/>
        </p:nvSpPr>
        <p:spPr>
          <a:xfrm>
            <a:off x="6895719" y="1421206"/>
            <a:ext cx="95555" cy="95555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95719" y="1820799"/>
            <a:ext cx="95555" cy="95555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1965960"/>
            <a:ext cx="1234440" cy="12344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1A2E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34685" y="2206676"/>
            <a:ext cx="135788" cy="1357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34685" y="2515286"/>
            <a:ext cx="135788" cy="1357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34685" y="2823896"/>
            <a:ext cx="135788" cy="1357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2527" y="2206676"/>
            <a:ext cx="135788" cy="1357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Shape 16"/>
          <p:cNvSpPr/>
          <p:nvPr/>
        </p:nvSpPr>
        <p:spPr>
          <a:xfrm>
            <a:off x="6502527" y="2515286"/>
            <a:ext cx="135788" cy="1357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Shape 17"/>
          <p:cNvSpPr/>
          <p:nvPr/>
        </p:nvSpPr>
        <p:spPr>
          <a:xfrm>
            <a:off x="6502527" y="2823896"/>
            <a:ext cx="135788" cy="1357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36576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0" y="452628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 SIMULATOR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2026-08-17T04:35:04Z</dcterms:created>
  <dcterms:modified xsi:type="dcterms:W3CDTF">2026-08-17T04:35:04Z</dcterms:modified>
</cp:coreProperties>
</file>